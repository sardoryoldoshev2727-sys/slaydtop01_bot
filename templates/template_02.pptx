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>
        <p:scale>
          <a:sx n="75" d="100"/>
          <a:sy n="75" d="100"/>
        </p:scale>
        <p:origin x="198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C0EC5-360C-4963-A357-E6AB921AC2C7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BB79C-7A12-495D-93B0-F5C43D274D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92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616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76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659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973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48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46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72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80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43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21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16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52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00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26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41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119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536AD-FC51-B850-D73D-26978FD1EA8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6468" y="501649"/>
            <a:ext cx="6157332" cy="2114548"/>
          </a:xfrm>
        </p:spPr>
        <p:txBody>
          <a:bodyPr anchor="b"/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468" y="2755346"/>
            <a:ext cx="6157332" cy="134730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3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AA3BA-A33E-AA15-CD8D-3153500F7087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8060472" cy="108811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406243" cy="460181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3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97E347-7114-3E14-BA5E-2CCDA57F29C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07" y="365125"/>
            <a:ext cx="8086493" cy="990146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057" y="1502229"/>
            <a:ext cx="6215743" cy="4689849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53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0CF60D-C9D6-8E0B-1D00-EA10A861073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72" y="509519"/>
            <a:ext cx="4550228" cy="2066299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572" y="2741615"/>
            <a:ext cx="4550228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7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7F12C3-B564-86E3-3F6C-393C2A84E871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9141"/>
            <a:ext cx="4302512" cy="198942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534358"/>
            <a:ext cx="4302512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1498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69F963-439F-63EB-C5B9-4E856E6EC155}"/>
              </a:ext>
            </a:extLst>
          </p:cNvPr>
          <p:cNvSpPr/>
          <p:nvPr userDrawn="1"/>
        </p:nvSpPr>
        <p:spPr>
          <a:xfrm rot="10800000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80000">
                <a:schemeClr val="bg2">
                  <a:lumMod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2170"/>
            <a:ext cx="5627914" cy="186936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410127"/>
            <a:ext cx="5642940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3745843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26254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48988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71721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6D478-CD51-41B5-853C-B2CC25D898D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95F6A-D74A-4BCF-B422-9F956F3C4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05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1800" y="501649"/>
            <a:ext cx="7112000" cy="2114548"/>
          </a:xfrm>
        </p:spPr>
        <p:txBody>
          <a:bodyPr>
            <a:normAutofit/>
          </a:bodyPr>
          <a:lstStyle/>
          <a:p>
            <a:r>
              <a:rPr lang="en-US" b="1" dirty="0"/>
              <a:t>Title of Your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0768" y="3809446"/>
            <a:ext cx="6157332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54224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8060472" cy="1088118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406243" cy="4601817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5836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07" y="365125"/>
            <a:ext cx="8086493" cy="990146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057" y="1502229"/>
            <a:ext cx="6215743" cy="4689849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033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72" y="509519"/>
            <a:ext cx="4550228" cy="2066299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572" y="2741615"/>
            <a:ext cx="4550228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ABB03D-568D-4321-8FC9-B6B10C34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562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8A21-3691-4C04-B978-15B30DA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9141"/>
            <a:ext cx="4302512" cy="1989420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534358"/>
            <a:ext cx="4302512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253606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884" y="-415700"/>
            <a:ext cx="8530243" cy="4389212"/>
          </a:xfrm>
        </p:spPr>
        <p:txBody>
          <a:bodyPr>
            <a:noAutofit/>
          </a:bodyPr>
          <a:lstStyle/>
          <a:p>
            <a:r>
              <a:rPr lang="en-US" sz="13800" b="1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CB89D-0D9C-4549-AD4E-9811C01F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0536" y="4945509"/>
            <a:ext cx="5642940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D98-5237-4EFB-ACE2-3AF54D2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uz-Latn-UZ" smtClean="0"/>
              <a:t>@SlaydTop01_bot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4377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2" id="{B2785715-E855-4C0C-8F7C-1C0ED4D28E93}" vid="{4A99F666-24D4-4661-ADBD-90514556CDC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268</Words>
  <Application>Microsoft Office PowerPoint</Application>
  <PresentationFormat>Широкоэкранный</PresentationFormat>
  <Paragraphs>32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204</dc:creator>
  <cp:lastModifiedBy>204-07</cp:lastModifiedBy>
  <cp:revision>4</cp:revision>
  <dcterms:created xsi:type="dcterms:W3CDTF">2026-05-06T09:08:47Z</dcterms:created>
  <dcterms:modified xsi:type="dcterms:W3CDTF">2026-05-07T10:11:48Z</dcterms:modified>
</cp:coreProperties>
</file>